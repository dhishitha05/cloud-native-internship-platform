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257" r:id="rId4"/>
    <p:sldId id="903" r:id="rId5"/>
    <p:sldId id="258" r:id="rId6"/>
    <p:sldId id="259" r:id="rId7"/>
    <p:sldId id="904" r:id="rId8"/>
    <p:sldId id="260" r:id="rId9"/>
    <p:sldId id="905" r:id="rId10"/>
    <p:sldId id="907" r:id="rId11"/>
    <p:sldId id="908" r:id="rId12"/>
    <p:sldId id="9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29T06:27:46.470"/>
    <p1510:client id="{07DB7850-540A-009D-B7D2-FA9D66C64C9A}" v="1" dt="2026-10-28T03:28:36.690"/>
    <p1510:client id="{7A971987-F7D2-243E-69C0-921B25B2CFD2}" v="140" dt="2026-10-27T17:46:41.711"/>
    <p1510:client id="{A19BF1F3-DDAE-9551-61E2-DC66CB26155E}" v="1" dt="2026-10-29T06:25:32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10/28/2026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10/28/2026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10/28/2026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10/28/2026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10/28/2026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10/28/2026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10/28/2026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IN" sz="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>
                <a:solidFill>
                  <a:srgbClr val="FF0000"/>
                </a:solidFill>
                <a:latin typeface="Times New Roman"/>
                <a:cs typeface="Times New Roman"/>
              </a:rPr>
              <a:t>28-10-2026</a:t>
            </a:r>
            <a:endParaRPr lang="en-IN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524155"/>
              </p:ext>
            </p:extLst>
          </p:nvPr>
        </p:nvGraphicFramePr>
        <p:xfrm>
          <a:off x="8193271" y="4898509"/>
          <a:ext cx="3702050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lvl="0" algn="l">
                        <a:buNone/>
                      </a:pPr>
                      <a:r>
                        <a:rPr lang="en-IN" sz="1400" b="1" i="0" u="none" strike="noStrike" kern="1200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K. </a:t>
                      </a:r>
                      <a:r>
                        <a:rPr lang="en-IN" sz="1400" b="1" i="0" u="none" strike="noStrike" kern="1200" noProof="0" err="1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Dhishitha</a:t>
                      </a:r>
                      <a:r>
                        <a:rPr lang="en-IN" sz="1400" b="1" i="0" u="none" strike="noStrike" kern="1200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 2420030314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kern="1200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Divya Charan 2420030429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kern="1200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Aasritha. A 2420090127</a:t>
                      </a:r>
                      <a:endParaRPr lang="en-US" sz="1400" b="0" i="0" u="none" strike="noStrike" kern="1200" noProof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  <a:p>
                      <a:pPr marL="0" lvl="0" algn="l" defTabSz="914400">
                        <a:buNone/>
                        <a:tabLst/>
                        <a:defRPr/>
                      </a:pPr>
                      <a:endParaRPr lang="en-IN" sz="1400" b="0" kern="1200">
                        <a:solidFill>
                          <a:schemeClr val="dk1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endParaRPr lang="en-IN" sz="1400" b="1" kern="12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983142"/>
              </p:ext>
            </p:extLst>
          </p:nvPr>
        </p:nvGraphicFramePr>
        <p:xfrm>
          <a:off x="-795813" y="4774125"/>
          <a:ext cx="5902325" cy="160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Dr. Srilatha Patha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  <a:sym typeface="Cambri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Associate Professor, 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  <a:sym typeface="Cambri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Department of 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Computer Science and Engineering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,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Cambria"/>
                          <a:cs typeface="Times New Roman"/>
                        </a:rPr>
                        <a:t> 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  <a:sym typeface="Cambri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KLH CSE </a:t>
                      </a:r>
                      <a:r>
                        <a:rPr lang="en-US" sz="1400" b="0" i="0" u="none" strike="noStrike" noProof="0" err="1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Bowrampet</a:t>
                      </a:r>
                      <a:r>
                        <a:rPr lang="en-US" sz="1400" b="0" i="0" u="none" strike="noStrike" noProof="0">
                          <a:solidFill>
                            <a:schemeClr val="dk1"/>
                          </a:solidFill>
                          <a:latin typeface="Times New Roman"/>
                          <a:ea typeface="Cambria"/>
                          <a:cs typeface="Times New Roman"/>
                          <a:sym typeface="Cambria"/>
                        </a:rPr>
                        <a:t> Campus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endParaRPr lang="en-US" sz="1400" b="1">
                        <a:solidFill>
                          <a:schemeClr val="dk1"/>
                        </a:solidFill>
                        <a:latin typeface="Times New Roman"/>
                        <a:ea typeface="Cambria"/>
                        <a:cs typeface="Times New Roman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10/28/2026</a:t>
            </a:fld>
            <a:endParaRPr lang="en-IN" b="1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/>
              <a:t>CNAD Project Review-3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975485"/>
            <a:ext cx="10715625" cy="9848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IN" sz="3000" b="1">
                <a:solidFill>
                  <a:schemeClr val="bg1"/>
                </a:solidFill>
                <a:latin typeface="Times New Roman"/>
                <a:cs typeface="Times New Roman"/>
              </a:rPr>
              <a:t>Cloud-Native Internship &amp; Skill Matching Platform</a:t>
            </a:r>
            <a:endParaRPr lang="en-IN" sz="30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0" algn="ctr">
              <a:defRPr/>
            </a:pPr>
            <a:endParaRPr lang="en-IN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ctr">
              <a:defRPr/>
            </a:pPr>
            <a:r>
              <a:rPr lang="en-IN" sz="3200" b="1">
                <a:latin typeface="Times New Roman"/>
                <a:cs typeface="Times New Roman"/>
              </a:rPr>
              <a:t>CNAD Project Review-3</a:t>
            </a:r>
            <a:endParaRPr lang="en-IN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Problem Definition</a:t>
            </a:r>
            <a:endParaRPr lang="en-US" sz="28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74A7D-1611-5D76-52B2-C99B5218766F}"/>
              </a:ext>
            </a:extLst>
          </p:cNvPr>
          <p:cNvSpPr txBox="1"/>
          <p:nvPr/>
        </p:nvSpPr>
        <p:spPr>
          <a:xfrm>
            <a:off x="630163" y="491162"/>
            <a:ext cx="9733721" cy="6038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algn="just">
              <a:buFont typeface="Arial"/>
              <a:buChar char="•"/>
            </a:pPr>
            <a:endParaRPr lang="en-GB" sz="2400">
              <a:latin typeface="Times New Roman"/>
              <a:ea typeface="+mn-lt"/>
              <a:cs typeface="Times New Roman"/>
            </a:endParaRPr>
          </a:p>
          <a:p>
            <a:pPr marL="285750" algn="just">
              <a:buFont typeface="Arial"/>
              <a:buChar char="•"/>
            </a:pPr>
            <a:r>
              <a:rPr lang="en-GB" sz="2400">
                <a:latin typeface="Times New Roman"/>
                <a:ea typeface="+mn-lt"/>
                <a:cs typeface="Times New Roman"/>
              </a:rPr>
              <a:t>Students often find it difficult to discover internships that match their 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skills, interests, and career goals</a:t>
            </a:r>
            <a:r>
              <a:rPr lang="en-GB" sz="2400">
                <a:latin typeface="Times New Roman"/>
                <a:ea typeface="+mn-lt"/>
                <a:cs typeface="Times New Roman"/>
              </a:rPr>
              <a:t>.</a:t>
            </a:r>
            <a:endParaRPr lang="en-GB" sz="2400">
              <a:latin typeface="Times New Roman"/>
              <a:cs typeface="Times New Roman"/>
            </a:endParaRPr>
          </a:p>
          <a:p>
            <a:pPr marL="285750" algn="just"/>
            <a:endParaRPr lang="en-GB" sz="2400">
              <a:latin typeface="Times New Roman"/>
              <a:ea typeface="+mn-lt"/>
              <a:cs typeface="Times New Roman"/>
            </a:endParaRPr>
          </a:p>
          <a:p>
            <a:pPr marL="285750" algn="just">
              <a:buFont typeface="Arial"/>
              <a:buChar char="•"/>
            </a:pPr>
            <a:r>
              <a:rPr lang="en-GB" sz="2400">
                <a:latin typeface="Times New Roman"/>
                <a:ea typeface="+mn-lt"/>
                <a:cs typeface="Times New Roman"/>
              </a:rPr>
              <a:t>Existing internship platforms mainly depend on 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keyword-based searches</a:t>
            </a:r>
            <a:r>
              <a:rPr lang="en-GB" sz="2400">
                <a:latin typeface="Times New Roman"/>
                <a:ea typeface="+mn-lt"/>
                <a:cs typeface="Times New Roman"/>
              </a:rPr>
              <a:t>, which may show many irrelevant opportunities.</a:t>
            </a:r>
            <a:endParaRPr lang="en-GB" sz="2400">
              <a:latin typeface="Times New Roman"/>
              <a:cs typeface="Times New Roman"/>
            </a:endParaRPr>
          </a:p>
          <a:p>
            <a:pPr marL="285750" algn="just"/>
            <a:endParaRPr lang="en-GB" sz="2400">
              <a:latin typeface="Times New Roman"/>
              <a:ea typeface="+mn-lt"/>
              <a:cs typeface="Times New Roman"/>
            </a:endParaRPr>
          </a:p>
          <a:p>
            <a:pPr marL="285750" algn="just">
              <a:buFont typeface="Arial"/>
              <a:buChar char="•"/>
            </a:pPr>
            <a:r>
              <a:rPr lang="en-GB" sz="2400">
                <a:latin typeface="Times New Roman"/>
                <a:ea typeface="+mn-lt"/>
                <a:cs typeface="Times New Roman"/>
              </a:rPr>
              <a:t>Employers receive a 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large number of applications</a:t>
            </a:r>
            <a:r>
              <a:rPr lang="en-GB" sz="2400">
                <a:latin typeface="Times New Roman"/>
                <a:ea typeface="+mn-lt"/>
                <a:cs typeface="Times New Roman"/>
              </a:rPr>
              <a:t>, making candidate screening time-consuming.</a:t>
            </a:r>
            <a:endParaRPr lang="en-GB" sz="2400">
              <a:latin typeface="Times New Roman"/>
              <a:cs typeface="Times New Roman"/>
            </a:endParaRPr>
          </a:p>
          <a:p>
            <a:pPr marL="285750" algn="just"/>
            <a:endParaRPr lang="en-GB" sz="2400">
              <a:latin typeface="Times New Roman"/>
              <a:ea typeface="+mn-lt"/>
              <a:cs typeface="Times New Roman"/>
            </a:endParaRPr>
          </a:p>
          <a:p>
            <a:pPr marL="285750" algn="just">
              <a:buFont typeface="Arial"/>
              <a:buChar char="•"/>
            </a:pPr>
            <a:r>
              <a:rPr lang="en-GB" sz="2400">
                <a:latin typeface="Times New Roman"/>
                <a:ea typeface="+mn-lt"/>
                <a:cs typeface="Times New Roman"/>
              </a:rPr>
              <a:t>There is a lack of an efficient system that provides 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skill-based matching</a:t>
            </a:r>
            <a:r>
              <a:rPr lang="en-GB" sz="2400">
                <a:latin typeface="Times New Roman"/>
                <a:ea typeface="+mn-lt"/>
                <a:cs typeface="Times New Roman"/>
              </a:rPr>
              <a:t> between students and internship requirements.</a:t>
            </a:r>
            <a:endParaRPr lang="en-GB" sz="2400">
              <a:latin typeface="Times New Roman"/>
              <a:cs typeface="Times New Roman"/>
            </a:endParaRPr>
          </a:p>
          <a:p>
            <a:pPr marL="285750" algn="just"/>
            <a:endParaRPr lang="en-GB" sz="2400">
              <a:latin typeface="Times New Roman"/>
              <a:ea typeface="+mn-lt"/>
              <a:cs typeface="Times New Roman"/>
            </a:endParaRPr>
          </a:p>
          <a:p>
            <a:pPr marL="285750" algn="just">
              <a:buFont typeface="Arial"/>
              <a:buChar char="•"/>
            </a:pPr>
            <a:r>
              <a:rPr lang="en-GB" sz="2400">
                <a:latin typeface="Times New Roman"/>
                <a:ea typeface="+mn-lt"/>
                <a:cs typeface="Times New Roman"/>
              </a:rPr>
              <a:t>A centralized platform is needed to help students find relevant internships and help employers </a:t>
            </a:r>
            <a:r>
              <a:rPr lang="en-GB" sz="2400" b="1">
                <a:latin typeface="Times New Roman"/>
                <a:ea typeface="+mn-lt"/>
                <a:cs typeface="Times New Roman"/>
              </a:rPr>
              <a:t>identify suitable candidates efficiently</a:t>
            </a:r>
            <a:r>
              <a:rPr lang="en-GB" sz="2400">
                <a:latin typeface="Times New Roman"/>
                <a:ea typeface="+mn-lt"/>
                <a:cs typeface="Times New Roman"/>
              </a:rPr>
              <a:t>.</a:t>
            </a:r>
            <a:endParaRPr lang="en-GB" sz="240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GB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Requirements</a:t>
            </a:r>
            <a:endParaRPr lang="en-US" sz="28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A0118-2C30-E100-0452-BA50CD2AAEDA}"/>
              </a:ext>
            </a:extLst>
          </p:cNvPr>
          <p:cNvSpPr txBox="1"/>
          <p:nvPr/>
        </p:nvSpPr>
        <p:spPr>
          <a:xfrm>
            <a:off x="1119926" y="1234305"/>
            <a:ext cx="9943546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User Registration &amp; Login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Separate access for students and employers.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Profile Management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Students can manage their education, skills, and interests.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Internship Management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Employers can post and manage internship opportunities.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Search &amp; Filtering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Students can search internships by role, skills, location, and type.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Skill-Based Matching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Calculate the percentage match between student skills and internship requirements.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Application Management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Students can apply for internships and track their application status.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Applicant Management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Employers can view, filter, and manage applicants.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Secure Authentication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Provide secure login and role-based access.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Responsive Interface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Support desktop, tablet, and mobile devices.</a:t>
            </a:r>
            <a:endParaRPr lang="en-GB" sz="20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>
                <a:latin typeface="Times New Roman"/>
                <a:ea typeface="+mn-lt"/>
                <a:cs typeface="Times New Roman"/>
              </a:rPr>
              <a:t>Cloud-Native Deployment</a:t>
            </a:r>
            <a:r>
              <a:rPr lang="en-GB" sz="2000">
                <a:latin typeface="Times New Roman"/>
                <a:ea typeface="+mn-lt"/>
                <a:cs typeface="Times New Roman"/>
              </a:rPr>
              <a:t> – Use Docker, Kubernetes, Helm, and CI/CD for deployment and scalability.</a:t>
            </a:r>
            <a:endParaRPr lang="en-GB" sz="2000">
              <a:latin typeface="Times New Roman"/>
              <a:cs typeface="Times New Roman"/>
            </a:endParaRPr>
          </a:p>
          <a:p>
            <a:pPr algn="l"/>
            <a:endParaRPr lang="en-GB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System Architecture &amp; Design</a:t>
            </a:r>
            <a:endParaRPr lang="en-US" sz="28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94A71-5B0F-CE01-E08F-6A7748D7FB75}"/>
              </a:ext>
            </a:extLst>
          </p:cNvPr>
          <p:cNvSpPr txBox="1"/>
          <p:nvPr/>
        </p:nvSpPr>
        <p:spPr>
          <a:xfrm>
            <a:off x="1932214" y="19050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274CA6-AD6F-AFF6-9A8A-FDD30B575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217" y="1107440"/>
            <a:ext cx="9936045" cy="575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Module Design</a:t>
            </a:r>
            <a:endParaRPr lang="en-US" sz="28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3C8BA-CBA2-074D-DC01-F2A2760DC1AE}"/>
              </a:ext>
            </a:extLst>
          </p:cNvPr>
          <p:cNvSpPr txBox="1"/>
          <p:nvPr/>
        </p:nvSpPr>
        <p:spPr>
          <a:xfrm>
            <a:off x="1006021" y="1378131"/>
            <a:ext cx="9997440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2000" b="1">
                <a:latin typeface="Times New Roman"/>
                <a:cs typeface="Times New Roman"/>
              </a:rPr>
              <a:t>1. Authentication Module</a:t>
            </a:r>
            <a:endParaRPr lang="en-US" sz="2000" b="1">
              <a:latin typeface="Times New Roman"/>
              <a:cs typeface="Times New Roman"/>
            </a:endParaRPr>
          </a:p>
          <a:p>
            <a:pPr algn="just"/>
            <a:r>
              <a:rPr lang="en-GB" sz="2000">
                <a:latin typeface="Times New Roman"/>
                <a:cs typeface="Times New Roman"/>
              </a:rPr>
              <a:t>Handles secure access to the platform through user registration, login, JWT authentication, and role-based access for students and employers.</a:t>
            </a:r>
          </a:p>
          <a:p>
            <a:pPr algn="just"/>
            <a:r>
              <a:rPr lang="en-GB" sz="2000" b="1">
                <a:latin typeface="Times New Roman"/>
                <a:cs typeface="Times New Roman"/>
              </a:rPr>
              <a:t>2. Student Module</a:t>
            </a:r>
          </a:p>
          <a:p>
            <a:pPr algn="just"/>
            <a:r>
              <a:rPr lang="en-GB" sz="2000">
                <a:latin typeface="Times New Roman"/>
                <a:cs typeface="Times New Roman"/>
              </a:rPr>
              <a:t>Allows students to create profiles, add skills and academic details, search for internships, apply for suitable opportunities, and track their applications.</a:t>
            </a:r>
          </a:p>
          <a:p>
            <a:pPr algn="just"/>
            <a:r>
              <a:rPr lang="en-GB" sz="2000" b="1">
                <a:latin typeface="Times New Roman"/>
                <a:cs typeface="Times New Roman"/>
              </a:rPr>
              <a:t>3. Employer Module</a:t>
            </a:r>
          </a:p>
          <a:p>
            <a:pPr algn="just"/>
            <a:r>
              <a:rPr lang="en-GB" sz="2000">
                <a:latin typeface="Times New Roman"/>
                <a:cs typeface="Times New Roman"/>
              </a:rPr>
              <a:t>Allows employers to create company profiles, post internship opportunities, define required skills, manage internships, and view student applications.</a:t>
            </a:r>
          </a:p>
          <a:p>
            <a:pPr algn="just"/>
            <a:r>
              <a:rPr lang="en-GB" sz="2000" b="1">
                <a:latin typeface="Times New Roman"/>
                <a:cs typeface="Times New Roman"/>
              </a:rPr>
              <a:t>4. Internship Module</a:t>
            </a:r>
          </a:p>
          <a:p>
            <a:pPr algn="just"/>
            <a:r>
              <a:rPr lang="en-GB" sz="2000">
                <a:latin typeface="Times New Roman"/>
                <a:cs typeface="Times New Roman"/>
              </a:rPr>
              <a:t>Manages internship information such as title, description, domain, location, duration, stipend, eligibility, and application deadline.</a:t>
            </a:r>
          </a:p>
          <a:p>
            <a:pPr algn="just"/>
            <a:r>
              <a:rPr lang="en-GB" sz="2000" b="1">
                <a:latin typeface="Times New Roman"/>
                <a:cs typeface="Times New Roman"/>
              </a:rPr>
              <a:t>5. Skill Management Module</a:t>
            </a:r>
          </a:p>
          <a:p>
            <a:pPr algn="just"/>
            <a:r>
              <a:rPr lang="en-GB" sz="2000">
                <a:latin typeface="Times New Roman"/>
                <a:cs typeface="Times New Roman"/>
              </a:rPr>
              <a:t>Maintains student skills and internship skill requirements, including proficiency, experience, skill type, and skill weight.</a:t>
            </a:r>
          </a:p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B122B-829C-C3C5-1BAC-903CDE6C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F2AD00-E1A6-D551-F8C0-C08FD0474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F6AC0-B6A8-DF33-531B-134EA6EF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D46D4-24BD-93E1-5C50-0E302D11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623B-9A48-1B0B-9DBF-DC152613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F7D248-BBDF-DB73-771B-59A9A09F5B6F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/>
                <a:cs typeface="Times New Roman"/>
              </a:rPr>
              <a:t>Module Design</a:t>
            </a:r>
            <a:endParaRPr lang="en-US" sz="28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8A068-362B-3CCA-F832-F9D115CB29ED}"/>
              </a:ext>
            </a:extLst>
          </p:cNvPr>
          <p:cNvSpPr txBox="1"/>
          <p:nvPr/>
        </p:nvSpPr>
        <p:spPr>
          <a:xfrm>
            <a:off x="985701" y="1540691"/>
            <a:ext cx="9997440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b="1">
                <a:latin typeface="Times New Roman"/>
                <a:cs typeface="Times New Roman"/>
              </a:rPr>
              <a:t>6. Skill Matching Module</a:t>
            </a:r>
            <a:endParaRPr lang="en-US" b="1">
              <a:latin typeface="Times New Roman"/>
              <a:cs typeface="Times New Roman"/>
            </a:endParaRPr>
          </a:p>
          <a:p>
            <a:pPr algn="just"/>
            <a:r>
              <a:rPr lang="en-GB" sz="2000">
                <a:latin typeface="Times New Roman"/>
                <a:ea typeface="+mn-lt"/>
                <a:cs typeface="Times New Roman"/>
              </a:rPr>
              <a:t>Compares student skills with internship requirements, calculates a match score, and identifies matched and missing skills to recommend suitable internships.</a:t>
            </a:r>
          </a:p>
          <a:p>
            <a:pPr algn="just"/>
            <a:r>
              <a:rPr lang="en-GB" sz="2000" b="1">
                <a:latin typeface="Times New Roman"/>
                <a:cs typeface="Times New Roman"/>
              </a:rPr>
              <a:t>7. Application Module</a:t>
            </a:r>
          </a:p>
          <a:p>
            <a:pPr algn="just"/>
            <a:r>
              <a:rPr lang="en-GB" sz="2000">
                <a:latin typeface="Times New Roman"/>
                <a:ea typeface="+mn-lt"/>
                <a:cs typeface="Times New Roman"/>
              </a:rPr>
              <a:t>Manages the complete internship application process, including submitting applications, cover letters, resumes, application status, and application tracking.</a:t>
            </a:r>
          </a:p>
          <a:p>
            <a:pPr algn="just"/>
            <a:r>
              <a:rPr lang="en-GB" sz="2000" b="1">
                <a:latin typeface="Times New Roman"/>
                <a:cs typeface="Times New Roman"/>
              </a:rPr>
              <a:t>8. Database Module</a:t>
            </a:r>
          </a:p>
          <a:p>
            <a:pPr algn="just"/>
            <a:r>
              <a:rPr lang="en-GB" sz="2000">
                <a:latin typeface="Times New Roman"/>
                <a:ea typeface="+mn-lt"/>
                <a:cs typeface="Times New Roman"/>
              </a:rPr>
              <a:t>Stores and manages all platform data including users, profiles, internships, skills, applications, and match scores using MySQL.</a:t>
            </a:r>
          </a:p>
          <a:p>
            <a:pPr algn="just"/>
            <a:r>
              <a:rPr lang="en-GB" sz="2000" b="1">
                <a:latin typeface="Times New Roman"/>
                <a:cs typeface="Times New Roman"/>
              </a:rPr>
              <a:t>9. Cloud &amp; Deployment Module</a:t>
            </a:r>
          </a:p>
          <a:p>
            <a:pPr algn="just"/>
            <a:r>
              <a:rPr lang="en-GB" sz="2000">
                <a:latin typeface="Times New Roman"/>
                <a:ea typeface="+mn-lt"/>
                <a:cs typeface="Times New Roman"/>
              </a:rPr>
              <a:t>Containerizes the application using Docker and deploys it using Kubernetes and Helm, with CI/CD, security scanning, scaling, and monitoring for cloud-native operation.</a:t>
            </a:r>
          </a:p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03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Module Integration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5611A-FAF8-7EF3-9799-BC3F2AB396C6}"/>
              </a:ext>
            </a:extLst>
          </p:cNvPr>
          <p:cNvSpPr txBox="1"/>
          <p:nvPr/>
        </p:nvSpPr>
        <p:spPr>
          <a:xfrm>
            <a:off x="521625" y="1053145"/>
            <a:ext cx="11369040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Authentication → User Modules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Users log in and are given access according to their role. </a:t>
            </a:r>
            <a:endParaRPr lang="en-US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Student → Skill Management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Student profiles are connected with their skills and experience. </a:t>
            </a:r>
            <a:endParaRPr lang="en-GB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Employer → Internship Management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Employers create internships and specify required skills. </a:t>
            </a:r>
            <a:endParaRPr lang="en-GB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Student Skills + Internship Skills → Matching Module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The matching engine compares both sets of skills and generates a match score. </a:t>
            </a:r>
            <a:endParaRPr lang="en-GB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Matching → Internship Recommendations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Suitable internships are displayed to students based on their match scores. </a:t>
            </a:r>
            <a:endParaRPr lang="en-GB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Student → Application Module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Students can apply for selected internships and track their application status. </a:t>
            </a:r>
            <a:endParaRPr lang="en-GB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Employer → Application Module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Employers can view and manage applications received for their internships. </a:t>
            </a:r>
            <a:endParaRPr lang="en-GB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All Modules → MySQL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User data, profiles, skills, internships, applications, and match scores are stored in the database. </a:t>
            </a:r>
            <a:endParaRPr lang="en-GB" sz="19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1900">
                <a:latin typeface="Times New Roman"/>
                <a:ea typeface="+mn-lt"/>
                <a:cs typeface="Times New Roman"/>
              </a:rPr>
              <a:t>Application → Cloud Deployment</a:t>
            </a:r>
            <a:br>
              <a:rPr lang="en-GB" sz="1900">
                <a:latin typeface="Times New Roman"/>
                <a:ea typeface="+mn-lt"/>
                <a:cs typeface="Times New Roman"/>
              </a:rPr>
            </a:br>
            <a:r>
              <a:rPr lang="en-GB" sz="1900">
                <a:latin typeface="Times New Roman"/>
                <a:ea typeface="+mn-lt"/>
                <a:cs typeface="Times New Roman"/>
              </a:rPr>
              <a:t> The complete application is later containerized using Docker and deployed using Kubernetes + Helm.</a:t>
            </a:r>
            <a:endParaRPr lang="en-GB" sz="1900">
              <a:latin typeface="Times New Roman"/>
              <a:cs typeface="Times New Roman"/>
            </a:endParaRPr>
          </a:p>
          <a:p>
            <a:endParaRPr lang="en-GB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88C7-BA9B-2425-407F-2FADE549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DDD47D-15EB-B80D-A9C3-8A648DBC7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1D16F-5890-BB9C-2E35-E891F69F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F94B5-967D-3245-5642-5FCC719B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6B6BA-44A3-084E-EBDC-94BECC87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D0FD00-6EF6-4681-1CD9-2EA99EB372D6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Project Implementation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1155F-A23E-D6A2-9422-66A1681A6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" y="1164610"/>
            <a:ext cx="10830560" cy="497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2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999F9-E7DB-F8EF-0EF5-D7EBD208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Designed the system architecture and defined the major application modules.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Developed the student dashboard interface for displaying internship recommendations.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Designed modules for student profiles, employer management, internships, and applications.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Established the skill-matching approach to recommend relevant internship opportunities.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Worked on integrating the frontend, backend, and MySQL database.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Explored cloud-native deployment using Docker, Kubernetes, and Helm.</a:t>
            </a:r>
            <a:endParaRPr lang="en-US" sz="2400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13E32-ED01-DDCC-897E-F5FCD2389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8CA3E-4844-482F-02F3-534945ED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AF998-5205-514A-F1FF-9774B381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5E5EA-EFAF-5817-BCA0-D187FA8CEFF5}"/>
              </a:ext>
            </a:extLst>
          </p:cNvPr>
          <p:cNvSpPr/>
          <p:nvPr/>
        </p:nvSpPr>
        <p:spPr>
          <a:xfrm>
            <a:off x="2722345" y="397209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Current Progress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61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96015-4A85-0AAD-CE8A-DC21C8653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cs typeface="Times New Roman"/>
              </a:rPr>
              <a:t>Future Enhancements</a:t>
            </a:r>
          </a:p>
          <a:p>
            <a:r>
              <a:rPr lang="en-US" sz="2400">
                <a:latin typeface="Times New Roman"/>
                <a:cs typeface="Times New Roman"/>
              </a:rPr>
              <a:t>Improve skill-matching accuracy using advanced recommendation techniques.</a:t>
            </a:r>
          </a:p>
          <a:p>
            <a:r>
              <a:rPr lang="en-US" sz="2400">
                <a:latin typeface="Times New Roman"/>
                <a:cs typeface="Times New Roman"/>
              </a:rPr>
              <a:t>Implement comprehensive testing for APIs, database operations, and application workflows.</a:t>
            </a:r>
          </a:p>
          <a:p>
            <a:r>
              <a:rPr lang="en-US" sz="2400">
                <a:latin typeface="Times New Roman"/>
                <a:cs typeface="Times New Roman"/>
              </a:rPr>
              <a:t>Strengthen authentication, authorization, and data security.</a:t>
            </a:r>
          </a:p>
          <a:p>
            <a:r>
              <a:rPr lang="en-US" sz="2400">
                <a:latin typeface="Times New Roman"/>
                <a:cs typeface="Times New Roman"/>
              </a:rPr>
              <a:t>Complete and optimize containerized deployment using Docker and Kubernetes.</a:t>
            </a:r>
          </a:p>
          <a:p>
            <a:r>
              <a:rPr lang="en-US" sz="2400">
                <a:latin typeface="Times New Roman"/>
                <a:cs typeface="Times New Roman"/>
              </a:rPr>
              <a:t>Enhance application performance, scalability, and error handling.</a:t>
            </a:r>
          </a:p>
          <a:p>
            <a:r>
              <a:rPr lang="en-US" sz="2400">
                <a:latin typeface="Times New Roman"/>
                <a:cs typeface="Times New Roman"/>
              </a:rPr>
              <a:t>Improve the user interface and add notifications for internship and application updates.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BB643-F302-8B84-FAB4-CF980138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D6EB4-B999-9A33-D3C2-42E7296F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B9ED-3568-FFC6-6870-EF754042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512B74-CF80-A364-2441-D3827F16DB8E}"/>
              </a:ext>
            </a:extLst>
          </p:cNvPr>
          <p:cNvSpPr/>
          <p:nvPr/>
        </p:nvSpPr>
        <p:spPr>
          <a:xfrm>
            <a:off x="2722345" y="367130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Future Enhancements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7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84EE9-63FC-0F8B-B213-7B15862F4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Successfully developed the initial implementation of the Cloud-Native Internship &amp; Skill Matching Platform, </a:t>
            </a:r>
            <a:r>
              <a:rPr lang="en-US" err="1">
                <a:latin typeface="Times New Roman"/>
                <a:ea typeface="+mn-lt"/>
                <a:cs typeface="Times New Roman"/>
              </a:rPr>
              <a:t>InternMatch</a:t>
            </a:r>
            <a:r>
              <a:rPr lang="en-US">
                <a:latin typeface="Times New Roman"/>
                <a:ea typeface="+mn-lt"/>
                <a:cs typeface="Times New Roman"/>
              </a:rPr>
              <a:t>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Designed a user-friendly interface for students to explore internship opportunities and view skill-based recommendations.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Established the system architecture integrating the frontend, backend, and MySQL database.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Designed modules for user authentication, student profiles, internship management, and application tracking.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Developed the skill-matching approach to identify suitable internships based on student skills and internship requirements.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Worked on containerization and cloud-native deployment using Docker, Kubernetes, and Helm.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Identified further improvements in testing, integration, and deployment to enhance the platform's reliability and scalability.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FCA67-BB7B-4080-C3A8-BD5F485E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5862E-876A-B56F-2969-69360BB1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A6C96-3307-9609-6AB4-585265B6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C81345-C055-A894-842A-AC36F7DB76F0}"/>
              </a:ext>
            </a:extLst>
          </p:cNvPr>
          <p:cNvSpPr/>
          <p:nvPr/>
        </p:nvSpPr>
        <p:spPr>
          <a:xfrm>
            <a:off x="2942924" y="397209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Results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7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revision>4</cp:revision>
  <dcterms:created xsi:type="dcterms:W3CDTF">2026-08-08T06:33:56Z</dcterms:created>
  <dcterms:modified xsi:type="dcterms:W3CDTF">2026-10-29T06:40:18Z</dcterms:modified>
</cp:coreProperties>
</file>